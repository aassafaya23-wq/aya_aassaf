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2E86C1">
              <a:alpha val="25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560320"/>
            <a:ext cx="2286000" cy="2286000"/>
          </a:xfrm>
          <a:prstGeom prst="ellipse">
            <a:avLst/>
          </a:prstGeom>
          <a:solidFill>
            <a:srgbClr val="1A4F8A">
              <a:alpha val="30000"/>
            </a:srgbClr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20040"/>
            <a:ext cx="2560320" cy="457200"/>
          </a:xfrm>
          <a:prstGeom prst="rect">
            <a:avLst>
              <a:gd name="adj" fmla="val 10000"/>
            </a:avLst>
          </a:prstGeom>
          <a:solidFill>
            <a:srgbClr val="2E86C1">
              <a:alpha val="60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EMSI  •  2025 –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EduTrip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6E8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Système de Gestion des Sorties Scolaires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365760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Aassaf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Professeur 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Mohamed Ghazouani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DRG  –  Framework Django (Python)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4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Sommaire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solidFill>
            <a:srgbClr val="1A4F8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170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02920" cy="502920"/>
          </a:xfrm>
          <a:prstGeom prst="rect">
            <a:avLst/>
          </a:prstGeom>
          <a:solidFill>
            <a:srgbClr val="1A4F8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0848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502920" cy="502920"/>
          </a:xfrm>
          <a:prstGeom prst="rect">
            <a:avLst/>
          </a:prstGeom>
          <a:solidFill>
            <a:srgbClr val="1A4F8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9992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 (MVT)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502920" cy="502920"/>
          </a:xfrm>
          <a:prstGeom prst="rect">
            <a:avLst/>
          </a:prstGeom>
          <a:solidFill>
            <a:srgbClr val="1A4F8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9136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50292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49240" y="1170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Utilisateur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54880" y="2011680"/>
            <a:ext cx="50292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49240" y="20848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Authentification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50292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29992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&amp; Résultats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754880" y="3840480"/>
            <a:ext cx="50292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39136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04672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4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Contexte &amp; Objectifs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3474720"/>
          </a:xfrm>
          <a:prstGeom prst="rect">
            <a:avLst/>
          </a:prstGeom>
          <a:solidFill>
            <a:srgbClr val="F2F6FA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3931920" cy="45720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gestion manuelle des sorties scolaires (tableurs, fiches papier) est source de 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de saisie et pertes d'information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de suivi des effectifs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de visibilité sur les dates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d'alertes automatiques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960120"/>
            <a:ext cx="4480560" cy="3474720"/>
          </a:xfrm>
          <a:prstGeom prst="rect">
            <a:avLst/>
          </a:prstGeom>
          <a:solidFill>
            <a:srgbClr val="F2F6FA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960120"/>
            <a:ext cx="448056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960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EduTrip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1508760"/>
            <a:ext cx="42062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 et enregistrer les sorties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classes et effectifs d'élèves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Assigner un enseignant responsable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automatiques (sorties &lt; 7 jours)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et filtrage multicritères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publique professionnelle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4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Fonctionnalités Principales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51560"/>
            <a:ext cx="2697480" cy="73152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125272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publique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+ sections + CTA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51560"/>
            <a:ext cx="269748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234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023360" y="125272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Sorties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Destination, date, classe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0515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051560"/>
            <a:ext cx="269748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234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903720" y="125272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7 jours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18288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automatique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 imminentes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0632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063240"/>
            <a:ext cx="269748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46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143000" y="326440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384048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multicritères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Ville, classe, date...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30632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063240"/>
            <a:ext cx="2697480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246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023360" y="326440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Inscription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29000" y="384048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CSRF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30632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3063240"/>
            <a:ext cx="269748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246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903720" y="326440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Django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09360" y="384048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/admin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complète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4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Technique – MVT Django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292608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models.py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219456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488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560320" cy="292608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143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VIEW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9184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views.py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2057400"/>
            <a:ext cx="219456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1488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560320" cy="29260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143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TEMPLATE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2648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*.html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2057400"/>
            <a:ext cx="219456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1488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5.3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3464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66928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365760" y="4069080"/>
            <a:ext cx="8503920" cy="640080"/>
          </a:xfrm>
          <a:prstGeom prst="rect">
            <a:avLst/>
          </a:prstGeom>
          <a:solidFill>
            <a:srgbClr val="F2F6FA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330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principales :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•  /login/  •  /inscription/  •  /dashboard/  •  /sorties/  •  /classes/  •  /enseignants/  •  /admin/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4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Conception de la Base de Données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423160" cy="1746504"/>
          </a:xfrm>
          <a:prstGeom prst="rect">
            <a:avLst/>
          </a:prstGeom>
          <a:solidFill>
            <a:srgbClr val="F2F6FA"/>
          </a:solidFill>
          <a:ln w="25400">
            <a:solidFill>
              <a:srgbClr val="1A4F8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423160" cy="41148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5544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9385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nom_classe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32257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914400"/>
            <a:ext cx="2423160" cy="2898648"/>
          </a:xfrm>
          <a:prstGeom prst="rect">
            <a:avLst/>
          </a:prstGeom>
          <a:solidFill>
            <a:srgbClr val="F2F6FA"/>
          </a:solidFill>
          <a:ln w="25400">
            <a:solidFill>
              <a:srgbClr val="2E86C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914400"/>
            <a:ext cx="242316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9144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SORTIE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93008" y="13716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93008" y="175564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93008" y="213969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date_sortie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93008" y="252374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nb_eleves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93008" y="290779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(FK)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93008" y="3291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(FK)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1097280"/>
            <a:ext cx="2423160" cy="2130552"/>
          </a:xfrm>
          <a:prstGeom prst="rect">
            <a:avLst/>
          </a:prstGeom>
          <a:solidFill>
            <a:srgbClr val="F2F6FA"/>
          </a:solidFill>
          <a:ln w="25400">
            <a:solidFill>
              <a:srgbClr val="0D2B4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1097280"/>
            <a:ext cx="2423160" cy="41148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1097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ENSEIGNANT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93408" y="15544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93408" y="19385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93408" y="232257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93408" y="270662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matiere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88920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46120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807208" y="2084832"/>
            <a:ext cx="4572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0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833872" y="2084832"/>
            <a:ext cx="4572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297680"/>
            <a:ext cx="8503920" cy="502920"/>
          </a:xfrm>
          <a:prstGeom prst="rect">
            <a:avLst/>
          </a:prstGeom>
          <a:solidFill>
            <a:srgbClr val="F2F6FA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Clé Primaire     </a:t>
            </a:r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Clé Étrangère    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SGBD : SQLite (développement)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4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Interface Utilisateur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011680" cy="3017520"/>
          </a:xfrm>
          <a:prstGeom prst="rect">
            <a:avLst/>
          </a:prstGeom>
          <a:solidFill>
            <a:srgbClr val="F2F6FA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201168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" y="1024128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024128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1024128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234440"/>
            <a:ext cx="2011680" cy="182880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17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🏠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11480" y="2057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2560320"/>
            <a:ext cx="164592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517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publique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+ Fonctionnalités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Statistiques + CTA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06040" y="960120"/>
            <a:ext cx="2011680" cy="3017520"/>
          </a:xfrm>
          <a:prstGeom prst="rect">
            <a:avLst/>
          </a:prstGeom>
          <a:solidFill>
            <a:srgbClr val="F2F6FA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06040" y="960120"/>
            <a:ext cx="201168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60904" y="1024128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07208" y="1024128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53512" y="1024128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6040" y="1234440"/>
            <a:ext cx="2011680" cy="182880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1417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606040" y="2057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88920" y="2560320"/>
            <a:ext cx="164592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26517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globales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imminentes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sorties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0604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960120"/>
            <a:ext cx="2011680" cy="3017520"/>
          </a:xfrm>
          <a:prstGeom prst="rect">
            <a:avLst/>
          </a:prstGeom>
          <a:solidFill>
            <a:srgbClr val="F2F6FA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960120"/>
            <a:ext cx="201168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55464" y="1024128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01768" y="1024128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48072" y="1024128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1234440"/>
            <a:ext cx="2011680" cy="18288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417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4800600" y="2057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Sorties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983480" y="2560320"/>
            <a:ext cx="164592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6517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filtre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 colorés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accessible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0060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Sorties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995160" y="960120"/>
            <a:ext cx="2011680" cy="3017520"/>
          </a:xfrm>
          <a:prstGeom prst="rect">
            <a:avLst/>
          </a:prstGeom>
          <a:solidFill>
            <a:srgbClr val="F2F6FA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995160" y="960120"/>
            <a:ext cx="201168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50024" y="1024128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96328" y="1024128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42632" y="1024128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95160" y="1234440"/>
            <a:ext cx="2011680" cy="18288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95160" y="1417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🛡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6995160" y="2057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Django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178040" y="2560320"/>
            <a:ext cx="164592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95160" y="26517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complète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sorties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sécurisée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99516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Django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5760" y="4526280"/>
            <a:ext cx="8503920" cy="347472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45720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: Django 4.2  •  Bootstrap 5.3  •  Bootstrap Icons  •  SQLite  •  HTML5 / CSS3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04672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4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Sécurité &amp; Authentification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88720" cy="11887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Visiteur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4592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6E8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176272" y="1097280"/>
            <a:ext cx="1188720" cy="118872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76272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084832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S'inscrire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/inscription/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64992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6E8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895344" y="1097280"/>
            <a:ext cx="1188720" cy="11887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95344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803904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créé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Login auto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84064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6E8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614416" y="1097280"/>
            <a:ext cx="1188720" cy="1188720"/>
          </a:xfrm>
          <a:prstGeom prst="ellipse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14416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22976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/dashboard/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03136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6E8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333488" y="1097280"/>
            <a:ext cx="1188720" cy="11887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33488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242048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Accueil /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46120"/>
            <a:ext cx="8503920" cy="1554480"/>
          </a:xfrm>
          <a:prstGeom prst="rect">
            <a:avLst/>
          </a:prstGeom>
          <a:solidFill>
            <a:srgbClr val="F2F6FA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Mécanismes de Sécurité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37033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@login_required sur toutes les vues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1605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Protection CSRF sur tous les formulaires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37033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Mots de passe hashés PBKDF2 + SHA256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41605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 Interface /admin réservée aux superusers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4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Résultats &amp; Données de Test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2103120"/>
          </a:xfrm>
          <a:prstGeom prst="rect">
            <a:avLst/>
          </a:prstGeom>
          <a:solidFill>
            <a:srgbClr val="F2F6FA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06040" cy="73152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A4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enregistrées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Primaire, Collège, Lycée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005840"/>
            <a:ext cx="2606040" cy="2103120"/>
          </a:xfrm>
          <a:prstGeom prst="rect">
            <a:avLst/>
          </a:prstGeom>
          <a:solidFill>
            <a:srgbClr val="F2F6FA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05840"/>
            <a:ext cx="260604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143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E86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3337560" y="21488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Enseignants responsables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SVT, Histoire, Maths...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606040" cy="2103120"/>
          </a:xfrm>
          <a:prstGeom prst="rect">
            <a:avLst/>
          </a:prstGeom>
          <a:solidFill>
            <a:srgbClr val="F2F6FA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05840"/>
            <a:ext cx="260604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143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6217920" y="21488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 planifiées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Paris, Lyon, Nice...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de sorties chargées :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841248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24688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10/05/2026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1ère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🔔 Imminente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Versailles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06/05/2026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Terminale 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🔔 Imminente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03/05/2026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2nde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🔔 Imminente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Bordeaux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12/06/2026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3ème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Planifiée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804672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572000" cy="4572000"/>
          </a:xfrm>
          <a:prstGeom prst="ellipse">
            <a:avLst/>
          </a:prstGeom>
          <a:solidFill>
            <a:srgbClr val="2E86C1">
              <a:alpha val="20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1A4F8A">
              <a:alpha val="25000"/>
            </a:srgbClr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5029200" cy="246888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du Projet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Django complète et fonctionnelle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 publique professionnelle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CRUD + alertes automatiques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sécurisée (login / register)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admin Django personnalisée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7840" y="1188720"/>
            <a:ext cx="3337560" cy="246888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0" y="12801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15000" y="173736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/ Excel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email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statistiques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production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PWA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840480"/>
            <a:ext cx="8503920" cy="82296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Aassaf</a:t>
            </a:r>
            <a:pPr indent="0" marL="0">
              <a:buNone/>
            </a:pPr>
            <a:r>
              <a:rPr lang="en-US" sz="13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Classe DRG   •   EMSI   •   Encadrant : M. Mohamed Ghazouani   •   2025 – 2026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EduTrip – Présentation de Projet</dc:title>
  <dc:subject>PptxGenJS Presentation</dc:subject>
  <dc:creator>Aya Aassaf</dc:creator>
  <cp:lastModifiedBy>Aya Aassaf</cp:lastModifiedBy>
  <cp:revision>1</cp:revision>
  <dcterms:created xsi:type="dcterms:W3CDTF">2026-05-02T15:43:46Z</dcterms:created>
  <dcterms:modified xsi:type="dcterms:W3CDTF">2026-05-02T15:43:46Z</dcterms:modified>
</cp:coreProperties>
</file>